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QA for LLM: Style &amp; Clarity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Evaluation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 &amp; Clarity: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Definition:</a:t>
            </a:r>
            <a:r>
              <a:rPr/>
              <a:t> How easy is it for a human to understand and use the response? This covers both the code and the explanation.</a:t>
            </a:r>
          </a:p>
          <a:p>
            <a:pPr lvl="0" indent="0" marL="0">
              <a:buNone/>
            </a:pPr>
            <a:r>
              <a:rPr b="1"/>
              <a:t>Core Question:</a:t>
            </a:r>
            <a:r>
              <a:rPr/>
              <a:t> &gt; Is the response clean, professional, and easy to read?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Style &amp; Clarity: Subcategories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evaluate these 4 aspects:</a:t>
            </a:r>
          </a:p>
          <a:p>
            <a:pPr lvl="0" indent="-342900" marL="342900">
              <a:buAutoNum type="arabicPeriod"/>
            </a:pPr>
            <a:r>
              <a:rPr b="1"/>
              <a:t>Code Readability &amp; Formatting</a:t>
            </a:r>
          </a:p>
          <a:p>
            <a:pPr lvl="0" indent="-342900" marL="342900">
              <a:buAutoNum type="arabicPeriod"/>
            </a:pPr>
            <a:r>
              <a:rPr b="1"/>
              <a:t>Naming Conventions</a:t>
            </a:r>
          </a:p>
          <a:p>
            <a:pPr lvl="0" indent="-342900" marL="342900">
              <a:buAutoNum type="arabicPeriod"/>
            </a:pPr>
            <a:r>
              <a:rPr b="1"/>
              <a:t>Explanation Structure &amp; Clarity</a:t>
            </a:r>
          </a:p>
          <a:p>
            <a:pPr lvl="0" indent="-342900" marL="342900">
              <a:buAutoNum type="arabicPeriod"/>
            </a:pPr>
            <a:r>
              <a:rPr b="1"/>
              <a:t>Idiomatic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Code Readability &amp;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is well-formatted with consistent indentation and spacing, making it very easy to read.”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lacks consistent formatting (e.g., mixed indentation), which slightly impairs readability.”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code is an unformatted block of text, making it extremely difficult to understand.”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“Uses clear and descriptive names for variables and functions, making the code self-documenting.”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“Uses generic variable names (like </a:t>
            </a:r>
            <a:r>
              <a:rPr>
                <a:latin typeface="Courier"/>
              </a:rPr>
              <a:t>data</a:t>
            </a:r>
            <a:r>
              <a:rPr/>
              <a:t>, </a:t>
            </a:r>
            <a:r>
              <a:rPr>
                <a:latin typeface="Courier"/>
              </a:rPr>
              <a:t>x</a:t>
            </a:r>
            <a:r>
              <a:rPr/>
              <a:t>, </a:t>
            </a:r>
            <a:r>
              <a:rPr>
                <a:latin typeface="Courier"/>
              </a:rPr>
              <a:t>i</a:t>
            </a:r>
            <a:r>
              <a:rPr/>
              <a:t>), which makes the logic harder to follow.”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naming conventions are consistently poor and misleading, severely impairing understandability.”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Explanation Structure &amp;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explanation is well-structured, clear, and easy to follow, using paragraphs and lists effectively.”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explanation is a bit convoluted; it’s a single block of text that is hard to digest.”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explanation is incoherent and poorly written, making the model’s reasoning hard to understand.”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Idiomatic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code is idiomatic for </a:t>
            </a:r>
            <a:r>
              <a:rPr>
                <a:latin typeface="Courier"/>
              </a:rPr>
              <a:t>[language]</a:t>
            </a:r>
            <a:r>
              <a:rPr/>
              <a:t> and follows common best practices (like PEP 8 for Python).”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code works but is not idiomatic. It uses a C-style loop instead of a more natural Python equivalent.”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code uses a convoluted, non-standard approach. It feels like a direct translation from another language.”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code layout clean?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 variable names meaningful?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Explanation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the text easy to read?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Idiomatic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“natural” for the language?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Style &amp; Clarity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Workflow:</a:t>
            </a:r>
          </a:p>
          <a:p>
            <a:pPr lvl="0" indent="-342900" marL="342900">
              <a:buAutoNum type="arabicPeriod"/>
            </a:pPr>
            <a:r>
              <a:rPr/>
              <a:t>Look at the code’s visual structure.</a:t>
            </a:r>
          </a:p>
          <a:p>
            <a:pPr lvl="0" indent="-342900" marL="342900">
              <a:buAutoNum type="arabicPeriod"/>
            </a:pPr>
            <a:r>
              <a:rPr/>
              <a:t>Read the variable and function names.</a:t>
            </a:r>
          </a:p>
          <a:p>
            <a:pPr lvl="0" indent="-342900" marL="342900">
              <a:buAutoNum type="arabicPeriod"/>
            </a:pPr>
            <a:r>
              <a:rPr/>
              <a:t>Read the explanation text for clarity.</a:t>
            </a:r>
          </a:p>
          <a:p>
            <a:pPr lvl="0" indent="-342900" marL="342900">
              <a:buAutoNum type="arabicPeriod"/>
            </a:pPr>
            <a:r>
              <a:rPr/>
              <a:t>Assess if the code “feels” professional.</a:t>
            </a:r>
          </a:p>
          <a:p>
            <a:pPr lvl="0" indent="0" marL="0">
              <a:buNone/>
            </a:pPr>
            <a:r>
              <a:rPr b="1"/>
              <a:t>Next:</a:t>
            </a:r>
            <a:r>
              <a:rPr/>
              <a:t> Harmlessness/Safety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for LLM: Style &amp; Clarity</dc:title>
  <dc:creator>Evaluation Templates</dc:creator>
  <cp:keywords/>
  <dcterms:created xsi:type="dcterms:W3CDTF">2026-02-24T13:56:41Z</dcterms:created>
  <dcterms:modified xsi:type="dcterms:W3CDTF">2026-02-24T13:56:41Z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</vt:lpwstr>
  </property>
  <property fmtid="{D5CDD505-2E9C-101B-9397-08002B2CF9AE}" pid="3" name="output">
    <vt:lpwstr>beamer_presentation</vt:lpwstr>
  </property>
</Properties>
</file>