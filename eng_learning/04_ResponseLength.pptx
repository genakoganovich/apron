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QA for LLM: Response Length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Evaluation Templates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Response Length: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Definition:</a:t>
            </a:r>
            <a:r>
              <a:rPr/>
              <a:t> Is the response appropriately detailed? Not too long, not too short.</a:t>
            </a:r>
          </a:p>
          <a:p>
            <a:pPr lvl="0" indent="0" marL="0">
              <a:buNone/>
            </a:pPr>
            <a:r>
              <a:rPr b="1"/>
              <a:t>Core Question:</a:t>
            </a:r>
            <a:r>
              <a:rPr/>
              <a:t> &gt; Is the signal-to-noise ratio high? Does the response respect the user’s time?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Response Length: Subcategories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evaluate these 3 aspects:</a:t>
            </a:r>
          </a:p>
          <a:p>
            <a:pPr lvl="0" indent="-342900" marL="342900">
              <a:buAutoNum type="arabicPeriod"/>
            </a:pPr>
            <a:r>
              <a:rPr b="1"/>
              <a:t>Conciseness</a:t>
            </a:r>
            <a:r>
              <a:rPr/>
              <a:t> (not too wordy)</a:t>
            </a:r>
          </a:p>
          <a:p>
            <a:pPr lvl="0" indent="-342900" marL="342900">
              <a:buAutoNum type="arabicPeriod"/>
            </a:pPr>
            <a:r>
              <a:rPr b="1"/>
              <a:t>Completeness</a:t>
            </a:r>
            <a:r>
              <a:rPr/>
              <a:t> (not too brief)</a:t>
            </a:r>
          </a:p>
          <a:p>
            <a:pPr lvl="0" indent="-342900" marL="342900">
              <a:buAutoNum type="arabicPeriod"/>
            </a:pPr>
            <a:r>
              <a:rPr b="1"/>
              <a:t>Relevance of Content</a:t>
            </a:r>
            <a:r>
              <a:rPr/>
              <a:t> (no off-topic info)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Conciseness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response is concise and to the point, avoiding any unnecessary conversational filler.”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“The response is slightly verbose, including unnecessary introductory phrases.”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“The response is excessively verbose. The actual answer is buried in long, rambling paragraphs.”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Completeness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“The response provides a complete solution, including necessary code, imports, and explanation.”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“A bit too brief. Provides code but would benefit from a short explanation or example.” &gt; “The code is missing a necessary import (</a:t>
            </a:r>
            <a:r>
              <a:rPr>
                <a:latin typeface="Courier"/>
              </a:rPr>
              <a:t>import [lib]</a:t>
            </a:r>
            <a:r>
              <a:rPr/>
              <a:t>).”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“Too short to be useful. Provides a vague description without any actual code.”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Relevance of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Issues:</a:t>
            </a:r>
            <a:r>
              <a:rPr/>
              <a:t> &gt; “All provided information is directly relevant to the user’s prompt.”</a:t>
            </a:r>
          </a:p>
          <a:p>
            <a:pPr lvl="0" indent="0" marL="0">
              <a:buNone/>
            </a:pPr>
            <a:r>
              <a:rPr b="1"/>
              <a:t>Minor Issue:</a:t>
            </a:r>
            <a:r>
              <a:rPr/>
              <a:t> &gt; “Includes a section on a tangential topic (</a:t>
            </a:r>
            <a:r>
              <a:rPr>
                <a:latin typeface="Courier"/>
              </a:rPr>
              <a:t>[topic]</a:t>
            </a:r>
            <a:r>
              <a:rPr/>
              <a:t>) which makes the answer longer than needed.”</a:t>
            </a:r>
          </a:p>
          <a:p>
            <a:pPr lvl="0" indent="0" marL="0">
              <a:buNone/>
            </a:pPr>
            <a:r>
              <a:rPr b="1"/>
              <a:t>Major Issue:</a:t>
            </a:r>
            <a:r>
              <a:rPr/>
              <a:t> &gt; “A ‘wall of text’ containing large amounts of irrelevant information that obscures the answer.”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 Reference Card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Question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Conciseness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it too wordy?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it missing anything?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Relevance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 it all on-topic?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End of Response Length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Your Workflow:</a:t>
            </a:r>
          </a:p>
          <a:p>
            <a:pPr lvl="0" indent="-342900" marL="342900">
              <a:buAutoNum type="arabicPeriod"/>
            </a:pPr>
            <a:r>
              <a:rPr/>
              <a:t>Assess the overall length visually.</a:t>
            </a:r>
          </a:p>
          <a:p>
            <a:pPr lvl="0" indent="-342900" marL="342900">
              <a:buAutoNum type="arabicPeriod"/>
            </a:pPr>
            <a:r>
              <a:rPr/>
              <a:t>If long: is it verbose or just irrelevant?</a:t>
            </a:r>
          </a:p>
          <a:p>
            <a:pPr lvl="0" indent="-342900" marL="342900">
              <a:buAutoNum type="arabicPeriod"/>
            </a:pPr>
            <a:r>
              <a:rPr/>
              <a:t>If short: what critical part is missing?</a:t>
            </a:r>
          </a:p>
          <a:p>
            <a:pPr lvl="0" indent="-342900" marL="342900">
              <a:buAutoNum type="arabicPeriod"/>
            </a:pPr>
            <a:r>
              <a:rPr/>
              <a:t>Select the best template.</a:t>
            </a:r>
          </a:p>
          <a:p>
            <a:pPr lvl="0" indent="0" marL="0">
              <a:buNone/>
            </a:pPr>
            <a:r>
              <a:rPr b="1"/>
              <a:t>Next:</a:t>
            </a:r>
            <a:r>
              <a:rPr/>
              <a:t> Style &amp; Clarity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for LLM: Response Length</dc:title>
  <dc:creator>Evaluation Templates</dc:creator>
  <cp:keywords/>
  <dcterms:created xsi:type="dcterms:W3CDTF">2026-02-24T13:55:07Z</dcterms:created>
  <dcterms:modified xsi:type="dcterms:W3CDTF">2026-02-24T13:55:07Z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2024</vt:lpwstr>
  </property>
  <property fmtid="{D5CDD505-2E9C-101B-9397-08002B2CF9AE}" pid="3" name="output">
    <vt:lpwstr>beamer_presentation</vt:lpwstr>
  </property>
</Properties>
</file>